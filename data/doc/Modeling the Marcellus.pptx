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emf" ContentType="image/x-emf"/>
  <Default Extension="xlsx" ContentType="application/vnd.openxmlformats-officedocument.spreadsheetml.sheet"/>
  <Default Extension="vml" ContentType="application/vnd.openxmlformats-officedocument.vmlDrawing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embeddings/oleObject1.bin" ContentType="application/vnd.openxmlformats-officedocument.oleObject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473" autoAdjust="0"/>
  </p:normalViewPr>
  <p:slideViewPr>
    <p:cSldViewPr snapToGrid="0" snapToObjects="1">
      <p:cViewPr varScale="1">
        <p:scale>
          <a:sx n="92" d="100"/>
          <a:sy n="92" d="100"/>
        </p:scale>
        <p:origin x="-1536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82" d="100"/>
          <a:sy n="82" d="100"/>
        </p:scale>
        <p:origin x="-3240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interSettings" Target="printerSettings/printerSettings1.bin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Relationship Id="rId2" Type="http://schemas.openxmlformats.org/officeDocument/2006/relationships/image" Target="../media/image4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Relationship Id="rId2" Type="http://schemas.openxmlformats.org/officeDocument/2006/relationships/image" Target="../media/image23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Relationship Id="rId2" Type="http://schemas.openxmlformats.org/officeDocument/2006/relationships/image" Target="../media/image27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emf"/><Relationship Id="rId2" Type="http://schemas.openxmlformats.org/officeDocument/2006/relationships/image" Target="../media/image3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0E2C4C-499A-1F46-978A-0A7838C14F57}" type="datetimeFigureOut">
              <a:rPr lang="en-US" smtClean="0"/>
              <a:t>5/15/15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E69871-C613-CB48-A3C7-DD05B3480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4458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E69871-C613-CB48-A3C7-DD05B348088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1481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E69871-C613-CB48-A3C7-DD05B348088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1481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E69871-C613-CB48-A3C7-DD05B348088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1481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E69871-C613-CB48-A3C7-DD05B348088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1481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E69871-C613-CB48-A3C7-DD05B348088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1481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E69871-C613-CB48-A3C7-DD05B348088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1481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E69871-C613-CB48-A3C7-DD05B348088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1481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E69871-C613-CB48-A3C7-DD05B348088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1481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E69871-C613-CB48-A3C7-DD05B348088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1481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800600" y="6425640"/>
            <a:ext cx="1232647" cy="365125"/>
          </a:xfrm>
        </p:spPr>
        <p:txBody>
          <a:bodyPr/>
          <a:lstStyle>
            <a:lvl1pPr algn="l">
              <a:defRPr/>
            </a:lvl1pPr>
          </a:lstStyle>
          <a:p>
            <a:fld id="{D728701E-CAF4-4159-9B3E-41C86DFFA30D}" type="datetimeFigureOut">
              <a:rPr lang="en-US" smtClean="0"/>
              <a:t>5/15/15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311153" y="6425640"/>
            <a:ext cx="2617694" cy="365125"/>
          </a:xfrm>
        </p:spPr>
        <p:txBody>
          <a:bodyPr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2575" y="228600"/>
            <a:ext cx="4235450" cy="4187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24388" y="237744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24388" y="228600"/>
            <a:ext cx="2057400" cy="203911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02438" y="2377440"/>
            <a:ext cx="2057400" cy="20391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8701E-CAF4-4159-9B3E-41C86DFFA30D}" type="datetimeFigureOut">
              <a:rPr lang="en-US" smtClean="0"/>
              <a:t>5/15/15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F1D00-BD13-4404-86B0-79703945A0A7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134471"/>
            <a:ext cx="7556313" cy="995082"/>
          </a:xfrm>
        </p:spPr>
        <p:txBody>
          <a:bodyPr anchor="b" anchorCtr="0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8701E-CAF4-4159-9B3E-41C86DFFA30D}" type="datetimeFigureOut">
              <a:rPr lang="en-US" smtClean="0"/>
              <a:t>5/15/15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F1D00-BD13-4404-86B0-79703945A0A7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498518" y="1129553"/>
            <a:ext cx="7558960" cy="774700"/>
          </a:xfrm>
        </p:spPr>
        <p:txBody>
          <a:bodyPr vert="horz" lIns="91440" tIns="45720" rIns="91440" bIns="45720" rtlCol="0" anchor="t" anchorCtr="0">
            <a:noAutofit/>
          </a:bodyPr>
          <a:lstStyle>
            <a:lvl1pPr marL="0" indent="0">
              <a:buNone/>
              <a:defRPr kumimoji="0" sz="2400" b="0" i="0" u="none" strike="noStrike" kern="1200" cap="none" spc="0" normalizeH="0" baseline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800600" y="6425640"/>
            <a:ext cx="1232647" cy="365125"/>
          </a:xfrm>
        </p:spPr>
        <p:txBody>
          <a:bodyPr/>
          <a:lstStyle>
            <a:lvl1pPr algn="l">
              <a:defRPr/>
            </a:lvl1pPr>
          </a:lstStyle>
          <a:p>
            <a:fld id="{D728701E-CAF4-4159-9B3E-41C86DFFA30D}" type="datetimeFigureOut">
              <a:rPr lang="en-US" smtClean="0"/>
              <a:t>5/15/15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311153" y="6425640"/>
            <a:ext cx="2617694" cy="365125"/>
          </a:xfrm>
        </p:spPr>
        <p:txBody>
          <a:bodyPr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2575" y="228600"/>
            <a:ext cx="4235450" cy="4187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24388" y="237744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2"/>
          </p:nvPr>
        </p:nvSpPr>
        <p:spPr>
          <a:xfrm>
            <a:off x="4624388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744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1779494"/>
            <a:ext cx="3086100" cy="2040905"/>
          </a:xfrm>
        </p:spPr>
        <p:txBody>
          <a:bodyPr lIns="45720" tIns="45720" rIns="45720" anchor="t">
            <a:noAutofit/>
          </a:bodyPr>
          <a:lstStyle>
            <a:lvl1pPr marL="0" indent="0" algn="ctr">
              <a:spcBef>
                <a:spcPts val="600"/>
              </a:spcBef>
              <a:buNone/>
              <a:defRPr sz="46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58907" y="228600"/>
            <a:ext cx="8200930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3124200"/>
            <a:ext cx="5638800" cy="1362075"/>
          </a:xfrm>
        </p:spPr>
        <p:txBody>
          <a:bodyPr anchor="b" anchorCtr="0">
            <a:normAutofit/>
          </a:bodyPr>
          <a:lstStyle>
            <a:lvl1pPr algn="l">
              <a:defRPr sz="32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4495800"/>
            <a:ext cx="5638800" cy="1500187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300"/>
              </a:spcBef>
              <a:buNone/>
              <a:defRPr sz="14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8906" y="6248774"/>
            <a:ext cx="1474694" cy="3651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D728701E-CAF4-4159-9B3E-41C86DFFA30D}" type="datetimeFigureOut">
              <a:rPr lang="en-US" smtClean="0"/>
              <a:t>5/15/15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86000" y="6248774"/>
            <a:ext cx="5638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6248774"/>
            <a:ext cx="554038" cy="365125"/>
          </a:xfrm>
        </p:spPr>
        <p:txBody>
          <a:bodyPr/>
          <a:lstStyle/>
          <a:p>
            <a:fld id="{162F1D00-BD13-4404-86B0-79703945A0A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003612" y="3110754"/>
            <a:ext cx="260909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40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9" name="Rectangle 8"/>
          <p:cNvSpPr/>
          <p:nvPr/>
        </p:nvSpPr>
        <p:spPr>
          <a:xfrm>
            <a:off x="285750" y="228600"/>
            <a:ext cx="212725" cy="63452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9987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8701E-CAF4-4159-9B3E-41C86DFFA30D}" type="datetimeFigureOut">
              <a:rPr lang="en-US" smtClean="0"/>
              <a:t>5/15/15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F1D00-BD13-4404-86B0-79703945A0A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7541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99878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8701E-CAF4-4159-9B3E-41C86DFFA30D}" type="datetimeFigureOut">
              <a:rPr lang="en-US" smtClean="0"/>
              <a:t>5/15/15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F1D00-BD13-4404-86B0-79703945A0A7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7541" y="2070847"/>
            <a:ext cx="3657600" cy="322729"/>
          </a:xfrm>
          <a:prstGeom prst="rect">
            <a:avLst/>
          </a:prstGeom>
          <a:solidFill>
            <a:schemeClr val="accent3"/>
          </a:solidFill>
        </p:spPr>
        <p:txBody>
          <a:bodyPr tIns="0" bIns="0" anchor="ctr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99878" y="2070847"/>
            <a:ext cx="3657600" cy="32272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, Top and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7" y="1985963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8701E-CAF4-4159-9B3E-41C86DFFA30D}" type="datetimeFigureOut">
              <a:rPr lang="en-US" smtClean="0"/>
              <a:t>5/15/15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Content Placeholder 2"/>
          <p:cNvSpPr>
            <a:spLocks noGrp="1"/>
          </p:cNvSpPr>
          <p:nvPr>
            <p:ph sz="half" idx="14"/>
          </p:nvPr>
        </p:nvSpPr>
        <p:spPr>
          <a:xfrm>
            <a:off x="498517" y="4164965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14" name="Rectangle 13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</p:spPr>
        <p:txBody>
          <a:bodyPr/>
          <a:lstStyle/>
          <a:p>
            <a:fld id="{162F1D00-BD13-4404-86B0-79703945A0A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8701E-CAF4-4159-9B3E-41C86DFFA30D}" type="datetimeFigureOut">
              <a:rPr lang="en-US" smtClean="0"/>
              <a:t>5/15/15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F1D00-BD13-4404-86B0-79703945A0A7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2"/>
          <p:cNvSpPr>
            <a:spLocks noGrp="1"/>
          </p:cNvSpPr>
          <p:nvPr>
            <p:ph sz="half" idx="15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13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8701E-CAF4-4159-9B3E-41C86DFFA30D}" type="datetimeFigureOut">
              <a:rPr lang="en-US" smtClean="0"/>
              <a:t>5/15/15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F1D00-BD13-4404-86B0-79703945A0A7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Content Placeholder 2"/>
          <p:cNvSpPr>
            <a:spLocks noGrp="1"/>
          </p:cNvSpPr>
          <p:nvPr>
            <p:ph sz="half" idx="17"/>
          </p:nvPr>
        </p:nvSpPr>
        <p:spPr>
          <a:xfrm>
            <a:off x="502920" y="1985963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14" name="Content Placeholder 2"/>
          <p:cNvSpPr>
            <a:spLocks noGrp="1"/>
          </p:cNvSpPr>
          <p:nvPr>
            <p:ph sz="half" idx="18"/>
          </p:nvPr>
        </p:nvSpPr>
        <p:spPr>
          <a:xfrm>
            <a:off x="502920" y="4164965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15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8701E-CAF4-4159-9B3E-41C86DFFA30D}" type="datetimeFigureOut">
              <a:rPr lang="en-US" smtClean="0"/>
              <a:t>5/15/15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F1D00-BD13-4404-86B0-79703945A0A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8701E-CAF4-4159-9B3E-41C86DFFA30D}" type="datetimeFigureOut">
              <a:rPr lang="en-US" smtClean="0"/>
              <a:t>5/15/15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F1D00-BD13-4404-86B0-79703945A0A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5" y="228600"/>
            <a:ext cx="3451225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5" y="2571750"/>
            <a:ext cx="3255264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68775" y="273050"/>
            <a:ext cx="4597399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3" y="3733800"/>
            <a:ext cx="3255264" cy="2392363"/>
          </a:xfrm>
        </p:spPr>
        <p:txBody>
          <a:bodyPr/>
          <a:lstStyle>
            <a:lvl1pPr marL="0" indent="0">
              <a:spcBef>
                <a:spcPts val="60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fld id="{D728701E-CAF4-4159-9B3E-41C86DFFA30D}" type="datetimeFigureOut">
              <a:rPr lang="en-US" smtClean="0"/>
              <a:t>5/15/15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59305" y="6423585"/>
            <a:ext cx="331694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69404" y="3124200"/>
            <a:ext cx="3898272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6" y="228600"/>
            <a:ext cx="3460658" cy="63452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69404" y="3995737"/>
            <a:ext cx="3898272" cy="2147888"/>
          </a:xfrm>
        </p:spPr>
        <p:txBody>
          <a:bodyPr/>
          <a:lstStyle>
            <a:lvl1pPr marL="0" indent="0">
              <a:spcBef>
                <a:spcPts val="6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fld id="{D728701E-CAF4-4159-9B3E-41C86DFFA30D}" type="datetimeFigureOut">
              <a:rPr lang="en-US" smtClean="0"/>
              <a:t>5/15/15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91000" y="6423585"/>
            <a:ext cx="30051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F1D00-BD13-4404-86B0-79703945A0A7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3990110" y="3370730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6505" y="4424082"/>
            <a:ext cx="6191157" cy="83371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28600"/>
            <a:ext cx="6378389" cy="418795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6505" y="5257799"/>
            <a:ext cx="6191157" cy="885825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8701E-CAF4-4159-9B3E-41C86DFFA30D}" type="datetimeFigureOut">
              <a:rPr lang="en-US" smtClean="0"/>
              <a:t>5/15/15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F1D00-BD13-4404-86B0-79703945A0A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02438" y="2377440"/>
            <a:ext cx="2057400" cy="20391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7212" y="4632792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4" y="228600"/>
            <a:ext cx="6387167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6181611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6179566" cy="2392363"/>
          </a:xfrm>
        </p:spPr>
        <p:txBody>
          <a:bodyPr/>
          <a:lstStyle>
            <a:lvl1pPr marL="0" indent="0">
              <a:spcBef>
                <a:spcPts val="60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212262" y="6235607"/>
            <a:ext cx="13483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728701E-CAF4-4159-9B3E-41C86DFFA30D}" type="datetimeFigureOut">
              <a:rPr lang="en-US" smtClean="0"/>
              <a:t>5/15/15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1095" y="6235607"/>
            <a:ext cx="46481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F1D00-BD13-4404-86B0-79703945A0A7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494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6802438" y="4535424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5" y="228600"/>
            <a:ext cx="4235450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4016633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4015304" cy="2392363"/>
          </a:xfrm>
        </p:spPr>
        <p:txBody>
          <a:bodyPr/>
          <a:lstStyle>
            <a:lvl1pPr marL="0" indent="0">
              <a:spcBef>
                <a:spcPts val="60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048000" y="6235607"/>
            <a:ext cx="13483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728701E-CAF4-4159-9B3E-41C86DFFA30D}" type="datetimeFigureOut">
              <a:rPr lang="en-US" smtClean="0"/>
              <a:t>5/15/15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1095" y="6235607"/>
            <a:ext cx="25907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F1D00-BD13-4404-86B0-79703945A0A7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24388" y="4534726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4624388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4624388" y="2381663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5"/>
          </p:nvPr>
        </p:nvSpPr>
        <p:spPr>
          <a:xfrm>
            <a:off x="6803136" y="2381662"/>
            <a:ext cx="2057400" cy="418795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0" y="3124200"/>
            <a:ext cx="3108960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365248"/>
            <a:ext cx="4240119" cy="418795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0" y="3995737"/>
            <a:ext cx="3108960" cy="2147888"/>
          </a:xfrm>
        </p:spPr>
        <p:txBody>
          <a:bodyPr/>
          <a:lstStyle>
            <a:lvl1pPr marL="0" indent="0">
              <a:spcBef>
                <a:spcPts val="6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fld id="{D728701E-CAF4-4159-9B3E-41C86DFFA30D}" type="datetimeFigureOut">
              <a:rPr lang="en-US" smtClean="0"/>
              <a:t>5/15/15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91000" y="6423585"/>
            <a:ext cx="30051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F1D00-BD13-4404-86B0-79703945A0A7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4750361" y="3370730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277905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  <p:sp>
        <p:nvSpPr>
          <p:cNvPr id="15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2460625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8701E-CAF4-4159-9B3E-41C86DFFA30D}" type="datetimeFigureOut">
              <a:rPr lang="en-US" smtClean="0"/>
              <a:t>5/15/15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F1D00-BD13-4404-86B0-79703945A0A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95772" y="954742"/>
            <a:ext cx="681318" cy="5171422"/>
          </a:xfrm>
        </p:spPr>
        <p:txBody>
          <a:bodyPr vert="eaVert" anchor="t" anchorCtr="0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58756"/>
            <a:ext cx="6858000" cy="5184869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8701E-CAF4-4159-9B3E-41C86DFFA30D}" type="datetimeFigureOut">
              <a:rPr lang="en-US" smtClean="0"/>
              <a:t>5/15/15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F1D00-BD13-4404-86B0-79703945A0A7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 rot="16200000">
            <a:off x="8593111" y="561668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D728701E-CAF4-4159-9B3E-41C86DFFA30D}" type="datetimeFigureOut">
              <a:rPr lang="en-US" smtClean="0"/>
              <a:t>5/15/15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</a:defRPr>
            </a:lvl1pPr>
          </a:lstStyle>
          <a:p>
            <a:fld id="{162F1D00-BD13-4404-86B0-79703945A0A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p:txStyles>
    <p:titleStyle>
      <a:lvl1pPr algn="l" defTabSz="914400" rtl="0" eaLnBrk="1" latinLnBrk="0" hangingPunct="1">
        <a:spcBef>
          <a:spcPct val="0"/>
        </a:spcBef>
        <a:buNone/>
        <a:defRPr sz="3600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ts val="2000"/>
        </a:spcBef>
        <a:buClr>
          <a:schemeClr val="accent1"/>
        </a:buClr>
        <a:buSzPct val="75000"/>
        <a:buFont typeface="Wingdings" pitchFamily="2" charset="2"/>
        <a:buChar char="n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spcBef>
          <a:spcPts val="600"/>
        </a:spcBef>
        <a:buClr>
          <a:schemeClr val="accent1"/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spcBef>
          <a:spcPts val="600"/>
        </a:spcBef>
        <a:buClr>
          <a:schemeClr val="accent1"/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377950" indent="-228600" algn="l" defTabSz="9144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75000"/>
        <a:buFont typeface="Wingdings" pitchFamily="2" charset="2"/>
        <a:buChar char="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603375" indent="-228600" algn="l" defTabSz="914400" rtl="0" eaLnBrk="1" latinLnBrk="0" hangingPunct="1">
        <a:spcBef>
          <a:spcPct val="20000"/>
        </a:spcBef>
        <a:buClr>
          <a:schemeClr val="accent1"/>
        </a:buClr>
        <a:buSzPct val="75000"/>
        <a:buFont typeface="Wingdings" pitchFamily="2" charset="2"/>
        <a:buChar char=""/>
        <a:defRPr lang="en-US" sz="1800" kern="1200" baseline="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830388" indent="-228600" algn="l" defTabSz="9144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75000"/>
        <a:buFont typeface="Wingdings" pitchFamily="2" charset="2"/>
        <a:buChar char=""/>
        <a:defRPr lang="en-US" sz="1800" kern="1200" baseline="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057400" indent="-228600" algn="l" defTabSz="914400" rtl="0" eaLnBrk="1" latinLnBrk="0" hangingPunct="1">
        <a:spcBef>
          <a:spcPct val="20000"/>
        </a:spcBef>
        <a:buClr>
          <a:schemeClr val="accent1"/>
        </a:buClr>
        <a:buSzPct val="75000"/>
        <a:buFont typeface="Wingdings" pitchFamily="2" charset="2"/>
        <a:buChar char=""/>
        <a:defRPr lang="en-US" sz="1800" kern="1200" baseline="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4" Type="http://schemas.openxmlformats.org/officeDocument/2006/relationships/image" Target="../media/image2.png"/><Relationship Id="rId5" Type="http://schemas.openxmlformats.org/officeDocument/2006/relationships/package" Target="../embeddings/Microsoft_Excel_Sheet1.xlsx"/><Relationship Id="rId6" Type="http://schemas.openxmlformats.org/officeDocument/2006/relationships/image" Target="../media/image1.png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4" Type="http://schemas.openxmlformats.org/officeDocument/2006/relationships/image" Target="../media/image5.png"/><Relationship Id="rId5" Type="http://schemas.openxmlformats.org/officeDocument/2006/relationships/oleObject" Target="../embeddings/oleObject1.bin"/><Relationship Id="rId6" Type="http://schemas.openxmlformats.org/officeDocument/2006/relationships/image" Target="../media/image3.emf"/><Relationship Id="rId7" Type="http://schemas.openxmlformats.org/officeDocument/2006/relationships/package" Target="../embeddings/Microsoft_Excel_Sheet2.xlsx"/><Relationship Id="rId8" Type="http://schemas.openxmlformats.org/officeDocument/2006/relationships/image" Target="../media/image4.png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package" Target="../embeddings/Microsoft_Excel_Sheet3.xlsx"/><Relationship Id="rId7" Type="http://schemas.openxmlformats.org/officeDocument/2006/relationships/image" Target="../media/image6.png"/><Relationship Id="rId8" Type="http://schemas.openxmlformats.org/officeDocument/2006/relationships/package" Target="../embeddings/Microsoft_Excel_Sheet4.xlsx"/><Relationship Id="rId9" Type="http://schemas.openxmlformats.org/officeDocument/2006/relationships/image" Target="../media/image7.png"/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package" Target="../embeddings/Microsoft_Excel_Sheet5.xlsx"/><Relationship Id="rId7" Type="http://schemas.openxmlformats.org/officeDocument/2006/relationships/image" Target="../media/image10.png"/><Relationship Id="rId8" Type="http://schemas.openxmlformats.org/officeDocument/2006/relationships/package" Target="../embeddings/Microsoft_Excel_Sheet6.xlsx"/><Relationship Id="rId9" Type="http://schemas.openxmlformats.org/officeDocument/2006/relationships/image" Target="../media/image11.emf"/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package" Target="../embeddings/Microsoft_Excel_Sheet7.xlsx"/><Relationship Id="rId7" Type="http://schemas.openxmlformats.org/officeDocument/2006/relationships/image" Target="../media/image14.png"/><Relationship Id="rId8" Type="http://schemas.openxmlformats.org/officeDocument/2006/relationships/package" Target="../embeddings/Microsoft_Excel_Sheet8.xlsx"/><Relationship Id="rId9" Type="http://schemas.openxmlformats.org/officeDocument/2006/relationships/image" Target="../media/image15.emf"/><Relationship Id="rId1" Type="http://schemas.openxmlformats.org/officeDocument/2006/relationships/vmlDrawing" Target="../drawings/vmlDrawing5.vml"/><Relationship Id="rId2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package" Target="../embeddings/Microsoft_Excel_Sheet9.xlsx"/><Relationship Id="rId7" Type="http://schemas.openxmlformats.org/officeDocument/2006/relationships/image" Target="../media/image18.png"/><Relationship Id="rId8" Type="http://schemas.openxmlformats.org/officeDocument/2006/relationships/package" Target="../embeddings/Microsoft_Excel_Sheet10.xlsx"/><Relationship Id="rId9" Type="http://schemas.openxmlformats.org/officeDocument/2006/relationships/image" Target="../media/image19.png"/><Relationship Id="rId1" Type="http://schemas.openxmlformats.org/officeDocument/2006/relationships/vmlDrawing" Target="../drawings/vmlDrawing6.vml"/><Relationship Id="rId2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package" Target="../embeddings/Microsoft_Excel_Sheet11.xlsx"/><Relationship Id="rId7" Type="http://schemas.openxmlformats.org/officeDocument/2006/relationships/image" Target="../media/image22.emf"/><Relationship Id="rId8" Type="http://schemas.openxmlformats.org/officeDocument/2006/relationships/package" Target="../embeddings/Microsoft_Excel_Sheet12.xlsx"/><Relationship Id="rId9" Type="http://schemas.openxmlformats.org/officeDocument/2006/relationships/image" Target="../media/image23.emf"/><Relationship Id="rId1" Type="http://schemas.openxmlformats.org/officeDocument/2006/relationships/vmlDrawing" Target="../drawings/vmlDrawing7.vml"/><Relationship Id="rId2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4" Type="http://schemas.openxmlformats.org/officeDocument/2006/relationships/package" Target="../embeddings/Microsoft_Excel_Sheet13.xlsx"/><Relationship Id="rId5" Type="http://schemas.openxmlformats.org/officeDocument/2006/relationships/image" Target="../media/image26.emf"/><Relationship Id="rId6" Type="http://schemas.openxmlformats.org/officeDocument/2006/relationships/package" Target="../embeddings/Microsoft_Excel_Sheet14.xlsx"/><Relationship Id="rId7" Type="http://schemas.openxmlformats.org/officeDocument/2006/relationships/image" Target="../media/image27.emf"/><Relationship Id="rId8" Type="http://schemas.openxmlformats.org/officeDocument/2006/relationships/image" Target="../media/image28.png"/><Relationship Id="rId9" Type="http://schemas.openxmlformats.org/officeDocument/2006/relationships/image" Target="../media/image29.png"/><Relationship Id="rId1" Type="http://schemas.openxmlformats.org/officeDocument/2006/relationships/vmlDrawing" Target="../drawings/vmlDrawing8.vml"/><Relationship Id="rId2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4" Type="http://schemas.openxmlformats.org/officeDocument/2006/relationships/package" Target="../embeddings/Microsoft_Excel_Sheet15.xlsx"/><Relationship Id="rId5" Type="http://schemas.openxmlformats.org/officeDocument/2006/relationships/image" Target="../media/image30.emf"/><Relationship Id="rId6" Type="http://schemas.openxmlformats.org/officeDocument/2006/relationships/package" Target="../embeddings/Microsoft_Excel_Sheet16.xlsx"/><Relationship Id="rId7" Type="http://schemas.openxmlformats.org/officeDocument/2006/relationships/image" Target="../media/image31.emf"/><Relationship Id="rId8" Type="http://schemas.openxmlformats.org/officeDocument/2006/relationships/image" Target="../media/image32.png"/><Relationship Id="rId9" Type="http://schemas.openxmlformats.org/officeDocument/2006/relationships/image" Target="../media/image33.png"/><Relationship Id="rId1" Type="http://schemas.openxmlformats.org/officeDocument/2006/relationships/vmlDrawing" Target="../drawings/vmlDrawing9.vml"/><Relationship Id="rId2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6097" y="4624668"/>
            <a:ext cx="8563103" cy="933450"/>
          </a:xfrm>
        </p:spPr>
        <p:txBody>
          <a:bodyPr>
            <a:normAutofit/>
          </a:bodyPr>
          <a:lstStyle/>
          <a:p>
            <a:r>
              <a:rPr lang="en-US" dirty="0" smtClean="0"/>
              <a:t>Modeling the Marcellus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51512" y="6211469"/>
            <a:ext cx="1687688" cy="304839"/>
          </a:xfrm>
        </p:spPr>
        <p:txBody>
          <a:bodyPr/>
          <a:lstStyle/>
          <a:p>
            <a:r>
              <a:rPr lang="en-US" dirty="0" smtClean="0"/>
              <a:t>May1</a:t>
            </a:r>
            <a:r>
              <a:rPr lang="en-US" baseline="30000" dirty="0" smtClean="0"/>
              <a:t>5th</a:t>
            </a:r>
            <a:r>
              <a:rPr lang="en-US" dirty="0" smtClean="0"/>
              <a:t>, 2015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475453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Top Contributors</a:t>
            </a:r>
            <a:r>
              <a:rPr lang="en-US" dirty="0"/>
              <a:t/>
            </a:r>
            <a:br>
              <a:rPr lang="en-US" dirty="0"/>
            </a:br>
            <a:endParaRPr lang="en-US" sz="1800" dirty="0"/>
          </a:p>
        </p:txBody>
      </p:sp>
      <p:pic>
        <p:nvPicPr>
          <p:cNvPr id="6" name="Picture 5" descr="contrib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649" y="1242516"/>
            <a:ext cx="7272886" cy="5454664"/>
          </a:xfrm>
          <a:prstGeom prst="rect">
            <a:avLst/>
          </a:prstGeom>
        </p:spPr>
      </p:pic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9951564"/>
              </p:ext>
            </p:extLst>
          </p:nvPr>
        </p:nvGraphicFramePr>
        <p:xfrm>
          <a:off x="5947849" y="1917636"/>
          <a:ext cx="2908300" cy="175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" name="Worksheet" r:id="rId5" imgW="2908300" imgH="1752600" progId="Excel.Sheet.12">
                  <p:embed/>
                </p:oleObj>
              </mc:Choice>
              <mc:Fallback>
                <p:oleObj name="Worksheet" r:id="rId5" imgW="2908300" imgH="17526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947849" y="1917636"/>
                        <a:ext cx="2908300" cy="175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7062030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Field Quality</a:t>
            </a:r>
            <a:br>
              <a:rPr lang="en-US" dirty="0" smtClean="0"/>
            </a:br>
            <a:endParaRPr lang="en-US" sz="1800" dirty="0"/>
          </a:p>
        </p:txBody>
      </p:sp>
      <p:pic>
        <p:nvPicPr>
          <p:cNvPr id="9" name="Picture 8" descr="quality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47346"/>
            <a:ext cx="7315200" cy="5486400"/>
          </a:xfrm>
          <a:prstGeom prst="rect">
            <a:avLst/>
          </a:prstGeom>
        </p:spPr>
      </p:pic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7131311"/>
              </p:ext>
            </p:extLst>
          </p:nvPr>
        </p:nvGraphicFramePr>
        <p:xfrm>
          <a:off x="7498266" y="5314123"/>
          <a:ext cx="1113042" cy="8600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1" name="Equation" r:id="rId5" imgW="558800" imgH="431800" progId="Equation.3">
                  <p:embed/>
                </p:oleObj>
              </mc:Choice>
              <mc:Fallback>
                <p:oleObj name="Equation" r:id="rId5" imgW="558800" imgH="4318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98266" y="5314123"/>
                        <a:ext cx="1113042" cy="860078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291484" y="4944791"/>
            <a:ext cx="1526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Decline Rate</a:t>
            </a:r>
            <a:endParaRPr lang="en-US" dirty="0"/>
          </a:p>
        </p:txBody>
      </p:sp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5689776"/>
              </p:ext>
            </p:extLst>
          </p:nvPr>
        </p:nvGraphicFramePr>
        <p:xfrm>
          <a:off x="6082755" y="1903831"/>
          <a:ext cx="2768600" cy="175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2" name="Worksheet" r:id="rId7" imgW="2768600" imgH="1752600" progId="Excel.Sheet.12">
                  <p:embed/>
                </p:oleObj>
              </mc:Choice>
              <mc:Fallback>
                <p:oleObj name="Worksheet" r:id="rId7" imgW="2768600" imgH="17526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082755" y="1903831"/>
                        <a:ext cx="2768600" cy="175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1976013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Susquehanna</a:t>
            </a:r>
            <a:endParaRPr lang="en-US" sz="1800" dirty="0"/>
          </a:p>
        </p:txBody>
      </p:sp>
      <p:pic>
        <p:nvPicPr>
          <p:cNvPr id="3" name="Picture 2" descr="decl-SUSQUEHANNA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20240"/>
            <a:ext cx="4389120" cy="3291840"/>
          </a:xfrm>
          <a:prstGeom prst="rect">
            <a:avLst/>
          </a:prstGeom>
        </p:spPr>
      </p:pic>
      <p:pic>
        <p:nvPicPr>
          <p:cNvPr id="4" name="Picture 3" descr="well-SUSQUEHANNA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4880" y="1920240"/>
            <a:ext cx="4389120" cy="3291840"/>
          </a:xfrm>
          <a:prstGeom prst="rect">
            <a:avLst/>
          </a:prstGeom>
        </p:spPr>
      </p:pic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8240515"/>
              </p:ext>
            </p:extLst>
          </p:nvPr>
        </p:nvGraphicFramePr>
        <p:xfrm>
          <a:off x="1129751" y="5260381"/>
          <a:ext cx="23495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Worksheet" r:id="rId6" imgW="2349500" imgH="990600" progId="Excel.Sheet.12">
                  <p:embed/>
                </p:oleObj>
              </mc:Choice>
              <mc:Fallback>
                <p:oleObj name="Worksheet" r:id="rId6" imgW="2349500" imgH="9906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129751" y="5260381"/>
                        <a:ext cx="2349500" cy="990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4985233"/>
              </p:ext>
            </p:extLst>
          </p:nvPr>
        </p:nvGraphicFramePr>
        <p:xfrm>
          <a:off x="5511896" y="5257800"/>
          <a:ext cx="32004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Worksheet" r:id="rId8" imgW="3200400" imgH="990600" progId="Excel.Sheet.12">
                  <p:embed/>
                </p:oleObj>
              </mc:Choice>
              <mc:Fallback>
                <p:oleObj name="Worksheet" r:id="rId8" imgW="3200400" imgH="9906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511896" y="5257800"/>
                        <a:ext cx="3200400" cy="990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8309635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Bradford</a:t>
            </a:r>
            <a:endParaRPr lang="en-US" sz="1800" dirty="0"/>
          </a:p>
        </p:txBody>
      </p:sp>
      <p:pic>
        <p:nvPicPr>
          <p:cNvPr id="3" name="Picture 2" descr="decl-BRADFORD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20240"/>
            <a:ext cx="4389120" cy="3291840"/>
          </a:xfrm>
          <a:prstGeom prst="rect">
            <a:avLst/>
          </a:prstGeom>
        </p:spPr>
      </p:pic>
      <p:pic>
        <p:nvPicPr>
          <p:cNvPr id="4" name="Picture 3" descr="well-BRADFORD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4880" y="1920240"/>
            <a:ext cx="4389120" cy="3291840"/>
          </a:xfrm>
          <a:prstGeom prst="rect">
            <a:avLst/>
          </a:prstGeom>
        </p:spPr>
      </p:pic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9266997"/>
              </p:ext>
            </p:extLst>
          </p:nvPr>
        </p:nvGraphicFramePr>
        <p:xfrm>
          <a:off x="1133856" y="5257800"/>
          <a:ext cx="23495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6" name="Worksheet" r:id="rId6" imgW="2349500" imgH="990600" progId="Excel.Sheet.12">
                  <p:embed/>
                </p:oleObj>
              </mc:Choice>
              <mc:Fallback>
                <p:oleObj name="Worksheet" r:id="rId6" imgW="2349500" imgH="9906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133856" y="5257800"/>
                        <a:ext cx="2349500" cy="990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9773062"/>
              </p:ext>
            </p:extLst>
          </p:nvPr>
        </p:nvGraphicFramePr>
        <p:xfrm>
          <a:off x="5513832" y="5257800"/>
          <a:ext cx="32004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7" name="Worksheet" r:id="rId8" imgW="3200400" imgH="990600" progId="Excel.Sheet.12">
                  <p:embed/>
                </p:oleObj>
              </mc:Choice>
              <mc:Fallback>
                <p:oleObj name="Worksheet" r:id="rId8" imgW="3200400" imgH="9906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513832" y="5257800"/>
                        <a:ext cx="3200400" cy="990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3544385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Washington</a:t>
            </a:r>
            <a:endParaRPr lang="en-US" sz="1800" dirty="0"/>
          </a:p>
        </p:txBody>
      </p:sp>
      <p:pic>
        <p:nvPicPr>
          <p:cNvPr id="7" name="Picture 6" descr="decl-WASHINGTON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20240"/>
            <a:ext cx="4389120" cy="3291840"/>
          </a:xfrm>
          <a:prstGeom prst="rect">
            <a:avLst/>
          </a:prstGeom>
        </p:spPr>
      </p:pic>
      <p:pic>
        <p:nvPicPr>
          <p:cNvPr id="8" name="Picture 7" descr="well-WASHINGTON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4880" y="1920240"/>
            <a:ext cx="4389120" cy="3291840"/>
          </a:xfrm>
          <a:prstGeom prst="rect">
            <a:avLst/>
          </a:prstGeom>
        </p:spPr>
      </p:pic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9399826"/>
              </p:ext>
            </p:extLst>
          </p:nvPr>
        </p:nvGraphicFramePr>
        <p:xfrm>
          <a:off x="1133856" y="5257800"/>
          <a:ext cx="23495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0" name="Worksheet" r:id="rId6" imgW="2349500" imgH="990600" progId="Excel.Sheet.12">
                  <p:embed/>
                </p:oleObj>
              </mc:Choice>
              <mc:Fallback>
                <p:oleObj name="Worksheet" r:id="rId6" imgW="2349500" imgH="9906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133856" y="5257800"/>
                        <a:ext cx="2349500" cy="990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1052850"/>
              </p:ext>
            </p:extLst>
          </p:nvPr>
        </p:nvGraphicFramePr>
        <p:xfrm>
          <a:off x="5513832" y="5257800"/>
          <a:ext cx="32004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1" name="Worksheet" r:id="rId8" imgW="3200400" imgH="990600" progId="Excel.Sheet.12">
                  <p:embed/>
                </p:oleObj>
              </mc:Choice>
              <mc:Fallback>
                <p:oleObj name="Worksheet" r:id="rId8" imgW="3200400" imgH="9906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513832" y="5257800"/>
                        <a:ext cx="3200400" cy="990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3814672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Lycoming</a:t>
            </a:r>
            <a:endParaRPr lang="en-US" sz="1800" dirty="0"/>
          </a:p>
        </p:txBody>
      </p:sp>
      <p:pic>
        <p:nvPicPr>
          <p:cNvPr id="3" name="Picture 2" descr="decl-LYCOMING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20240"/>
            <a:ext cx="4389120" cy="3291840"/>
          </a:xfrm>
          <a:prstGeom prst="rect">
            <a:avLst/>
          </a:prstGeom>
        </p:spPr>
      </p:pic>
      <p:pic>
        <p:nvPicPr>
          <p:cNvPr id="4" name="Picture 3" descr="well-LYCOMING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4880" y="1920240"/>
            <a:ext cx="4389120" cy="3291840"/>
          </a:xfrm>
          <a:prstGeom prst="rect">
            <a:avLst/>
          </a:prstGeom>
        </p:spPr>
      </p:pic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0642972"/>
              </p:ext>
            </p:extLst>
          </p:nvPr>
        </p:nvGraphicFramePr>
        <p:xfrm>
          <a:off x="1133856" y="5257800"/>
          <a:ext cx="23495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4" name="Worksheet" r:id="rId6" imgW="2349500" imgH="990600" progId="Excel.Sheet.12">
                  <p:embed/>
                </p:oleObj>
              </mc:Choice>
              <mc:Fallback>
                <p:oleObj name="Worksheet" r:id="rId6" imgW="2349500" imgH="9906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133856" y="5257800"/>
                        <a:ext cx="2349500" cy="990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2812166"/>
              </p:ext>
            </p:extLst>
          </p:nvPr>
        </p:nvGraphicFramePr>
        <p:xfrm>
          <a:off x="5513832" y="5257800"/>
          <a:ext cx="32004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5" name="Worksheet" r:id="rId8" imgW="3200400" imgH="990600" progId="Excel.Sheet.12">
                  <p:embed/>
                </p:oleObj>
              </mc:Choice>
              <mc:Fallback>
                <p:oleObj name="Worksheet" r:id="rId8" imgW="3200400" imgH="9906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513832" y="5257800"/>
                        <a:ext cx="3200400" cy="990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9314710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Greene</a:t>
            </a:r>
            <a:endParaRPr lang="en-US" sz="1800" dirty="0"/>
          </a:p>
        </p:txBody>
      </p:sp>
      <p:pic>
        <p:nvPicPr>
          <p:cNvPr id="7" name="Picture 6" descr="decl-GREENE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20240"/>
            <a:ext cx="4389120" cy="3291840"/>
          </a:xfrm>
          <a:prstGeom prst="rect">
            <a:avLst/>
          </a:prstGeom>
        </p:spPr>
      </p:pic>
      <p:pic>
        <p:nvPicPr>
          <p:cNvPr id="8" name="Picture 7" descr="well-GREENE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4880" y="1920240"/>
            <a:ext cx="4389120" cy="3291840"/>
          </a:xfrm>
          <a:prstGeom prst="rect">
            <a:avLst/>
          </a:prstGeom>
        </p:spPr>
      </p:pic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7089331"/>
              </p:ext>
            </p:extLst>
          </p:nvPr>
        </p:nvGraphicFramePr>
        <p:xfrm>
          <a:off x="1133856" y="5257800"/>
          <a:ext cx="23495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6" name="Worksheet" r:id="rId6" imgW="2349500" imgH="990600" progId="Excel.Sheet.12">
                  <p:embed/>
                </p:oleObj>
              </mc:Choice>
              <mc:Fallback>
                <p:oleObj name="Worksheet" r:id="rId6" imgW="2349500" imgH="9906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133856" y="5257800"/>
                        <a:ext cx="2349500" cy="990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3271428"/>
              </p:ext>
            </p:extLst>
          </p:nvPr>
        </p:nvGraphicFramePr>
        <p:xfrm>
          <a:off x="5513832" y="5257800"/>
          <a:ext cx="32004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7" name="Worksheet" r:id="rId8" imgW="3200400" imgH="990600" progId="Excel.Sheet.12">
                  <p:embed/>
                </p:oleObj>
              </mc:Choice>
              <mc:Fallback>
                <p:oleObj name="Worksheet" r:id="rId8" imgW="3200400" imgH="9906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513832" y="5257800"/>
                        <a:ext cx="3200400" cy="990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5955698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Wyoming</a:t>
            </a:r>
            <a:endParaRPr lang="en-US" sz="1800" dirty="0"/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7706677"/>
              </p:ext>
            </p:extLst>
          </p:nvPr>
        </p:nvGraphicFramePr>
        <p:xfrm>
          <a:off x="1133856" y="5257800"/>
          <a:ext cx="23495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8" name="Worksheet" r:id="rId4" imgW="2349500" imgH="990600" progId="Excel.Sheet.12">
                  <p:embed/>
                </p:oleObj>
              </mc:Choice>
              <mc:Fallback>
                <p:oleObj name="Worksheet" r:id="rId4" imgW="2349500" imgH="9906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33856" y="5257800"/>
                        <a:ext cx="2349500" cy="990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2507045"/>
              </p:ext>
            </p:extLst>
          </p:nvPr>
        </p:nvGraphicFramePr>
        <p:xfrm>
          <a:off x="5513832" y="5257800"/>
          <a:ext cx="32004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9" name="Worksheet" r:id="rId6" imgW="3200400" imgH="990600" progId="Excel.Sheet.12">
                  <p:embed/>
                </p:oleObj>
              </mc:Choice>
              <mc:Fallback>
                <p:oleObj name="Worksheet" r:id="rId6" imgW="3200400" imgH="9906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513832" y="5257800"/>
                        <a:ext cx="3200400" cy="990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 descr="decl-WYOMING.pn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20240"/>
            <a:ext cx="4389120" cy="3291840"/>
          </a:xfrm>
          <a:prstGeom prst="rect">
            <a:avLst/>
          </a:prstGeom>
        </p:spPr>
      </p:pic>
      <p:pic>
        <p:nvPicPr>
          <p:cNvPr id="4" name="Picture 3" descr="well-WYOMING.png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4880" y="1920240"/>
            <a:ext cx="4389120" cy="3291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92862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Tioga</a:t>
            </a:r>
            <a:endParaRPr lang="en-US" sz="1800" dirty="0"/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1300743"/>
              </p:ext>
            </p:extLst>
          </p:nvPr>
        </p:nvGraphicFramePr>
        <p:xfrm>
          <a:off x="1133856" y="5257800"/>
          <a:ext cx="23495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7" name="Worksheet" r:id="rId4" imgW="2349500" imgH="990600" progId="Excel.Sheet.12">
                  <p:embed/>
                </p:oleObj>
              </mc:Choice>
              <mc:Fallback>
                <p:oleObj name="Worksheet" r:id="rId4" imgW="2349500" imgH="9906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33856" y="5257800"/>
                        <a:ext cx="2349500" cy="990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1095396"/>
              </p:ext>
            </p:extLst>
          </p:nvPr>
        </p:nvGraphicFramePr>
        <p:xfrm>
          <a:off x="5513832" y="5257800"/>
          <a:ext cx="32004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8" name="Worksheet" r:id="rId6" imgW="3200400" imgH="990600" progId="Excel.Sheet.12">
                  <p:embed/>
                </p:oleObj>
              </mc:Choice>
              <mc:Fallback>
                <p:oleObj name="Worksheet" r:id="rId6" imgW="3200400" imgH="9906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513832" y="5257800"/>
                        <a:ext cx="3200400" cy="990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 descr="decl-TIOGA.pn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20240"/>
            <a:ext cx="4389120" cy="3291840"/>
          </a:xfrm>
          <a:prstGeom prst="rect">
            <a:avLst/>
          </a:prstGeom>
        </p:spPr>
      </p:pic>
      <p:pic>
        <p:nvPicPr>
          <p:cNvPr id="6" name="Picture 5" descr="well-TIOGA.png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4880" y="1920240"/>
            <a:ext cx="4389120" cy="3291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78112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Advantage">
  <a:themeElements>
    <a:clrScheme name="Advantage">
      <a:dk1>
        <a:sysClr val="windowText" lastClr="000000"/>
      </a:dk1>
      <a:lt1>
        <a:sysClr val="window" lastClr="FFFFFF"/>
      </a:lt1>
      <a:dk2>
        <a:srgbClr val="2B142D"/>
      </a:dk2>
      <a:lt2>
        <a:srgbClr val="C3AFCC"/>
      </a:lt2>
      <a:accent1>
        <a:srgbClr val="663366"/>
      </a:accent1>
      <a:accent2>
        <a:srgbClr val="330F42"/>
      </a:accent2>
      <a:accent3>
        <a:srgbClr val="666699"/>
      </a:accent3>
      <a:accent4>
        <a:srgbClr val="999966"/>
      </a:accent4>
      <a:accent5>
        <a:srgbClr val="F7901E"/>
      </a:accent5>
      <a:accent6>
        <a:srgbClr val="A3A101"/>
      </a:accent6>
      <a:hlink>
        <a:srgbClr val="BC5FBC"/>
      </a:hlink>
      <a:folHlink>
        <a:srgbClr val="9775A7"/>
      </a:folHlink>
    </a:clrScheme>
    <a:fontScheme name="Advantage">
      <a:majorFont>
        <a:latin typeface="Rockwel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Rockwell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Advantage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6000000" scaled="1"/>
        </a:gradFill>
        <a:gradFill rotWithShape="1">
          <a:gsLst>
            <a:gs pos="0">
              <a:schemeClr val="phClr"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FFFFFF">
                <a:alpha val="75000"/>
              </a:srgbClr>
            </a:innerShdw>
            <a:outerShdw blurRad="63500" dist="25400" dir="5400000" rotWithShape="0">
              <a:srgbClr val="808080">
                <a:alpha val="75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twoPt" dir="tl">
              <a:rot lat="0" lon="0" rev="4500000"/>
            </a:lightRig>
          </a:scene3d>
          <a:sp3d>
            <a:bevelT w="635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1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Advantage.thmx</Template>
  <TotalTime>5374</TotalTime>
  <Words>28</Words>
  <Application>Microsoft Macintosh PowerPoint</Application>
  <PresentationFormat>On-screen Show (4:3)</PresentationFormat>
  <Paragraphs>21</Paragraphs>
  <Slides>10</Slides>
  <Notes>9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Advantage</vt:lpstr>
      <vt:lpstr>Worksheet</vt:lpstr>
      <vt:lpstr>Equation</vt:lpstr>
      <vt:lpstr>Microsoft Excel Sheet</vt:lpstr>
      <vt:lpstr>Modeling the Marcellus</vt:lpstr>
      <vt:lpstr>Top Contributors </vt:lpstr>
      <vt:lpstr>Field Quality </vt:lpstr>
      <vt:lpstr>Susquehanna</vt:lpstr>
      <vt:lpstr>Bradford</vt:lpstr>
      <vt:lpstr>Washington</vt:lpstr>
      <vt:lpstr>Lycoming</vt:lpstr>
      <vt:lpstr>Greene</vt:lpstr>
      <vt:lpstr>Wyoming</vt:lpstr>
      <vt:lpstr>Tioga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Economics of Residential Solar</dc:title>
  <dc:creator>RAKESH JOSHI</dc:creator>
  <cp:lastModifiedBy>RAKESH JOSHI</cp:lastModifiedBy>
  <cp:revision>57</cp:revision>
  <dcterms:created xsi:type="dcterms:W3CDTF">2015-02-28T23:36:29Z</dcterms:created>
  <dcterms:modified xsi:type="dcterms:W3CDTF">2015-05-16T03:40:52Z</dcterms:modified>
</cp:coreProperties>
</file>